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9934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346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1186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834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292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69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643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701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512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056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20988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24095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0564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7334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38212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75739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5052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697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AI in Healthcare: Ethical &amp; Societal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Case Study: DeepMind &amp; </a:t>
            </a:r>
            <a:r>
              <a:rPr dirty="0" err="1"/>
              <a:t>Moorfields</a:t>
            </a:r>
            <a:r>
              <a:rPr dirty="0"/>
              <a:t> Eye Hospital</a:t>
            </a:r>
          </a:p>
          <a:p>
            <a:r>
              <a:rPr dirty="0"/>
              <a:t>Artificial Intelligence in Medical Imaging</a:t>
            </a:r>
          </a:p>
          <a:p>
            <a:r>
              <a:rPr dirty="0"/>
              <a:t>Course Project Presentation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By: Hayden Hartz</a:t>
            </a:r>
            <a:endParaRPr dirty="0"/>
          </a:p>
        </p:txBody>
      </p:sp>
      <p:pic>
        <p:nvPicPr>
          <p:cNvPr id="25" name="Audio 24">
            <a:hlinkClick r:id="" action="ppaction://media"/>
            <a:extLst>
              <a:ext uri="{FF2B5EF4-FFF2-40B4-BE49-F238E27FC236}">
                <a16:creationId xmlns:a16="http://schemas.microsoft.com/office/drawing/2014/main" id="{1435F6E6-62A3-512D-F6FE-BE7FAB797A0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592"/>
    </mc:Choice>
    <mc:Fallback>
      <p:transition spd="slow" advTm="2059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is transforming healthcare industries worldwide.</a:t>
            </a:r>
          </a:p>
          <a:p>
            <a:r>
              <a:t>Focus: AI for diagnosing retinal diseases.</a:t>
            </a:r>
          </a:p>
          <a:p>
            <a:r>
              <a:t>Thesis: AI improves accuracy and access,</a:t>
            </a:r>
          </a:p>
          <a:p>
            <a:r>
              <a:t>but raises ethical and societal concerns.</a:t>
            </a:r>
          </a:p>
        </p:txBody>
      </p:sp>
      <p:pic>
        <p:nvPicPr>
          <p:cNvPr id="11" name="Audio 10">
            <a:hlinkClick r:id="" action="ppaction://media"/>
            <a:extLst>
              <a:ext uri="{FF2B5EF4-FFF2-40B4-BE49-F238E27FC236}">
                <a16:creationId xmlns:a16="http://schemas.microsoft.com/office/drawing/2014/main" id="{DB7E50E9-588A-2F80-45B1-159B4DFF68F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925"/>
    </mc:Choice>
    <mc:Fallback>
      <p:transition spd="slow" advTm="2592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Description of the AI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deep learning and neural networks.</a:t>
            </a:r>
          </a:p>
          <a:p>
            <a:r>
              <a:t>Trained on thousands of retinal scans.</a:t>
            </a:r>
          </a:p>
          <a:p>
            <a:r>
              <a:t>Detects over 50 eye diseases.</a:t>
            </a:r>
          </a:p>
          <a:p>
            <a:r>
              <a:t>Recommends urgency levels for referrals.</a:t>
            </a:r>
          </a:p>
        </p:txBody>
      </p:sp>
      <p:pic>
        <p:nvPicPr>
          <p:cNvPr id="12" name="Audio 11">
            <a:hlinkClick r:id="" action="ppaction://media"/>
            <a:extLst>
              <a:ext uri="{FF2B5EF4-FFF2-40B4-BE49-F238E27FC236}">
                <a16:creationId xmlns:a16="http://schemas.microsoft.com/office/drawing/2014/main" id="{694C689E-99F4-4B2B-62EB-3495C940464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314"/>
    </mc:Choice>
    <mc:Fallback>
      <p:transition spd="slow" advTm="2631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Partnership between DeepMind and Moorfields.</a:t>
            </a:r>
          </a:p>
          <a:p>
            <a:r>
              <a:t>Used anonymized patient data.</a:t>
            </a:r>
          </a:p>
          <a:p>
            <a:r>
              <a:t>Clinically validated before deployment.</a:t>
            </a:r>
          </a:p>
          <a:p>
            <a:r>
              <a:t>Integrated into hospital workflow.</a:t>
            </a:r>
          </a:p>
        </p:txBody>
      </p:sp>
      <p:pic>
        <p:nvPicPr>
          <p:cNvPr id="11" name="Audio 10">
            <a:hlinkClick r:id="" action="ppaction://media"/>
            <a:extLst>
              <a:ext uri="{FF2B5EF4-FFF2-40B4-BE49-F238E27FC236}">
                <a16:creationId xmlns:a16="http://schemas.microsoft.com/office/drawing/2014/main" id="{5992D450-108B-5728-368E-759F9FF621E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022"/>
    </mc:Choice>
    <mc:Fallback>
      <p:transition spd="slow" advTm="230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Improved diagnostic accuracy.</a:t>
            </a:r>
          </a:p>
          <a:p>
            <a:r>
              <a:t>Faster patient assessments.</a:t>
            </a:r>
          </a:p>
          <a:p>
            <a:r>
              <a:t>Expanded access in underserved areas.</a:t>
            </a:r>
          </a:p>
          <a:p>
            <a:r>
              <a:t>Potential cost reductions in long-term care.</a:t>
            </a:r>
          </a:p>
        </p:txBody>
      </p:sp>
      <p:pic>
        <p:nvPicPr>
          <p:cNvPr id="13" name="Audio 12">
            <a:hlinkClick r:id="" action="ppaction://media"/>
            <a:extLst>
              <a:ext uri="{FF2B5EF4-FFF2-40B4-BE49-F238E27FC236}">
                <a16:creationId xmlns:a16="http://schemas.microsoft.com/office/drawing/2014/main" id="{46F2B237-AC7D-EC91-6F7E-6243C71F933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7224"/>
    </mc:Choice>
    <mc:Fallback>
      <p:transition spd="slow" advTm="272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Algorithmic bias risks.</a:t>
            </a:r>
          </a:p>
          <a:p>
            <a:r>
              <a:t>Black-box decision making.</a:t>
            </a:r>
          </a:p>
          <a:p>
            <a:r>
              <a:t>Data privacy concerns.</a:t>
            </a:r>
          </a:p>
          <a:p>
            <a:r>
              <a:t>Regulatory and liability uncertainties.</a:t>
            </a:r>
          </a:p>
        </p:txBody>
      </p:sp>
      <p:pic>
        <p:nvPicPr>
          <p:cNvPr id="10" name="Audio 9">
            <a:hlinkClick r:id="" action="ppaction://media"/>
            <a:extLst>
              <a:ext uri="{FF2B5EF4-FFF2-40B4-BE49-F238E27FC236}">
                <a16:creationId xmlns:a16="http://schemas.microsoft.com/office/drawing/2014/main" id="{5D5D3AFF-EC11-9A33-26C9-0C325B51B2C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7165"/>
    </mc:Choice>
    <mc:Fallback>
      <p:transition spd="slow" advTm="4716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Utilitarianism: Maximizes health outcomes.</a:t>
            </a:r>
          </a:p>
          <a:p>
            <a:r>
              <a:t>Deontology: Patient consent &amp; duty.</a:t>
            </a:r>
          </a:p>
          <a:p>
            <a:r>
              <a:t>Virtue Ethics: Physician responsibility.</a:t>
            </a:r>
          </a:p>
          <a:p>
            <a:r>
              <a:t>Justice: Fairness across populations.</a:t>
            </a:r>
          </a:p>
        </p:txBody>
      </p:sp>
      <p:pic>
        <p:nvPicPr>
          <p:cNvPr id="15" name="Audio 14">
            <a:hlinkClick r:id="" action="ppaction://media"/>
            <a:extLst>
              <a:ext uri="{FF2B5EF4-FFF2-40B4-BE49-F238E27FC236}">
                <a16:creationId xmlns:a16="http://schemas.microsoft.com/office/drawing/2014/main" id="{89BC925A-9327-F434-E472-3E89A453FAA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5172"/>
    </mc:Choice>
    <mc:Fallback>
      <p:transition spd="slow" advTm="4517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Societal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Positive: Better access and efficiency.</a:t>
            </a:r>
          </a:p>
          <a:p>
            <a:r>
              <a:rPr dirty="0"/>
              <a:t>Negative: Trust concerns &amp; job fears.</a:t>
            </a:r>
          </a:p>
          <a:p>
            <a:r>
              <a:rPr dirty="0"/>
              <a:t>Stakeholders: Patients, doctors, hospitals,</a:t>
            </a:r>
            <a:r>
              <a:rPr lang="en-US" dirty="0"/>
              <a:t> </a:t>
            </a:r>
            <a:r>
              <a:rPr dirty="0"/>
              <a:t>developers, and regulators.</a:t>
            </a:r>
          </a:p>
        </p:txBody>
      </p:sp>
      <p:pic>
        <p:nvPicPr>
          <p:cNvPr id="10" name="Audio 9">
            <a:hlinkClick r:id="" action="ppaction://media"/>
            <a:extLst>
              <a:ext uri="{FF2B5EF4-FFF2-40B4-BE49-F238E27FC236}">
                <a16:creationId xmlns:a16="http://schemas.microsoft.com/office/drawing/2014/main" id="{97505D22-5637-B011-63FD-30940807F5B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8051"/>
    </mc:Choice>
    <mc:Fallback>
      <p:transition spd="slow" advTm="3805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Trends in Healthcare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+ telemedicine integration.</a:t>
            </a:r>
          </a:p>
          <a:p>
            <a:r>
              <a:t>Explainable AI systems.</a:t>
            </a:r>
          </a:p>
          <a:p>
            <a:r>
              <a:t>Personalized medicine.</a:t>
            </a:r>
          </a:p>
          <a:p>
            <a:r>
              <a:t>Stronger AI governance policies.</a:t>
            </a:r>
          </a:p>
        </p:txBody>
      </p:sp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80192847-A716-D79F-6FE3-27EA2B1A2E0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5951"/>
    </mc:Choice>
    <mc:Fallback>
      <p:transition spd="slow" advTm="4595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Conduct regular bias audits.</a:t>
            </a:r>
          </a:p>
          <a:p>
            <a:r>
              <a:t>Increase transparency.</a:t>
            </a:r>
          </a:p>
          <a:p>
            <a:r>
              <a:t>Require human oversight.</a:t>
            </a:r>
          </a:p>
          <a:p>
            <a:r>
              <a:t>Strengthen patient consent protections.</a:t>
            </a:r>
          </a:p>
        </p:txBody>
      </p:sp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AD11124D-3F6F-1352-2B68-1590CF5D7AE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90"/>
    </mc:Choice>
    <mc:Fallback>
      <p:transition spd="slow" advTm="6009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AI has transformative potential in healthcare.</a:t>
            </a:r>
          </a:p>
          <a:p>
            <a:r>
              <a:rPr dirty="0"/>
              <a:t>Ethical oversight is essential.</a:t>
            </a:r>
          </a:p>
          <a:p>
            <a:r>
              <a:rPr dirty="0"/>
              <a:t>Balanced implementation ensures innovation</a:t>
            </a:r>
            <a:r>
              <a:rPr lang="en-US" dirty="0"/>
              <a:t> </a:t>
            </a:r>
            <a:r>
              <a:rPr dirty="0"/>
              <a:t>while protecting patients and society.</a:t>
            </a:r>
          </a:p>
        </p:txBody>
      </p:sp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D72A37F2-15BD-56C8-3608-50149C1F2F3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2981"/>
    </mc:Choice>
    <mc:Fallback>
      <p:transition spd="slow" advTm="329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565</TotalTime>
  <Words>275</Words>
  <Application>Microsoft Office PowerPoint</Application>
  <PresentationFormat>On-screen Show (4:3)</PresentationFormat>
  <Paragraphs>54</Paragraphs>
  <Slides>11</Slides>
  <Notes>0</Notes>
  <HiddenSlides>0</HiddenSlides>
  <MMClips>11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Garamond</vt:lpstr>
      <vt:lpstr>Organic</vt:lpstr>
      <vt:lpstr>AI in Healthcare: Ethical &amp; Societal Analysis</vt:lpstr>
      <vt:lpstr>Introduction</vt:lpstr>
      <vt:lpstr>Description of the AI Technology</vt:lpstr>
      <vt:lpstr>Implementation</vt:lpstr>
      <vt:lpstr>Key Benefits</vt:lpstr>
      <vt:lpstr>Challenges &amp; Limitations</vt:lpstr>
      <vt:lpstr>Ethical Considerations</vt:lpstr>
      <vt:lpstr>Societal Impact</vt:lpstr>
      <vt:lpstr>Future Trends in Healthcare AI</vt:lpstr>
      <vt:lpstr>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hayden hartz</dc:creator>
  <cp:keywords/>
  <dc:description>generated using python-pptx</dc:description>
  <cp:lastModifiedBy>hayden hartz</cp:lastModifiedBy>
  <cp:revision>2</cp:revision>
  <dcterms:created xsi:type="dcterms:W3CDTF">2013-01-27T09:14:16Z</dcterms:created>
  <dcterms:modified xsi:type="dcterms:W3CDTF">2026-03-02T03:34:06Z</dcterms:modified>
  <cp:category/>
</cp:coreProperties>
</file>